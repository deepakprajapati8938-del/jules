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Segoe UI"/>
              </a:defRPr>
            </a:pPr>
            <a:r>
              <a:t>Jules</a:t>
            </a:r>
          </a:p>
          <a:p>
            <a:pPr>
              <a:defRPr sz="3200">
                <a:solidFill>
                  <a:srgbClr val="8B5CF6"/>
                </a:solidFill>
                <a:latin typeface="Segoe UI"/>
              </a:defRPr>
            </a:pPr>
            <a:r>
              <a:t>The Next-Generation AI for NEET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Why traditional prep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Massive syllabus to cover in limited time.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Lack of personalized pacing and recovery.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No real-time analytics on study habits.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High burnout and anxiety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Smart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Empathy-driven 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Recovery Mode: Encourages rest &amp; momentum.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Marks-Weighted Progress: See real NEET impact.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Quick Review prompts for untouched chapters.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Visually stunning dark glassmorphism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Dashboard Screenshots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Daily Study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Track every milestone on your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All-Days Study Trend Graph with peak tracking.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Subject Balance distribution (Bio/Phy/Chem).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Frictionless session logging with haptics.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Study Vault: Jump to any past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Daily Log Screenshots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Custom Test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Test exactly what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Full Syllabus Mocks.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Targeted Chapter-wise &amp; Subject Mocks.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Upload PDF to Test feature.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Instantly generated by AI based on syllabus.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Generate Test Screenshot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Active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B5CF6"/>
                </a:solidFill>
                <a:latin typeface="Segoe UI"/>
              </a:defRPr>
            </a:pPr>
            <a:r>
              <a:t>Spaced repetition for max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Subject-specific categorized flashcards.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Clean, distraction-free interface.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Tap to reveal interactive mechanism.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Seamlessly integrated with your weak topics.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4572000" cy="3657600"/>
          </a:xfrm>
          <a:prstGeom prst="roundRect">
            <a:avLst/>
          </a:prstGeom>
          <a:solidFill>
            <a:srgbClr val="14161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B5CF6"/>
                </a:solidFill>
                <a:latin typeface="Segoe UI"/>
              </a:defRPr>
            </a:pPr>
            <a:r>
              <a:t>[Drop Flashcards Screenshot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Ready to empower your prep?</a:t>
            </a:r>
          </a:p>
          <a:p>
            <a:pPr algn="ctr">
              <a:defRPr sz="3200">
                <a:solidFill>
                  <a:srgbClr val="8B5CF6"/>
                </a:solidFill>
                <a:latin typeface="Segoe UI"/>
              </a:defRPr>
            </a:pPr>
            <a:r>
              <a:t>Jules is waiting.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