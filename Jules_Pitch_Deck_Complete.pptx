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Segoe UI"/>
              </a:defRPr>
            </a:pPr>
            <a:r>
              <a:t>Jules</a:t>
            </a:r>
          </a:p>
          <a:p>
            <a:pPr>
              <a:defRPr sz="3200">
                <a:solidFill>
                  <a:srgbClr val="8B5CF6"/>
                </a:solidFill>
                <a:latin typeface="Segoe UI"/>
              </a:defRPr>
            </a:pPr>
            <a:r>
              <a:t>The Next-Generation AI for NEET Prep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8B5CF6"/>
                </a:solidFill>
                <a:latin typeface="Segoe UI"/>
              </a:defRPr>
            </a:pPr>
            <a:r>
              <a:t>Why traditional prep isn't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Massive syllabus to cover in limited time.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Lack of personalized pacing and recovery.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No real-time analytics on study habits.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High burnout and anxiety rates.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Smart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8B5CF6"/>
                </a:solidFill>
                <a:latin typeface="Segoe UI"/>
              </a:defRPr>
            </a:pPr>
            <a:r>
              <a:t>Empathy-driven progress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Recovery Mode: Encourages rest &amp; momentum.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Marks-Weighted Progress: See real NEET impact.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Quick Review prompts for untouched chapters.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Visually stunning dark glassmorphism UI.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828800"/>
            <a:ext cx="4572000" cy="3657600"/>
          </a:xfrm>
          <a:prstGeom prst="roundRect">
            <a:avLst/>
          </a:prstGeom>
          <a:solidFill>
            <a:srgbClr val="14161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B5CF6"/>
                </a:solidFill>
                <a:latin typeface="Segoe UI"/>
              </a:defRPr>
            </a:pPr>
            <a:r>
              <a:t>[Drop Dashboard Screenshots Here]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Daily Study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8B5CF6"/>
                </a:solidFill>
                <a:latin typeface="Segoe UI"/>
              </a:defRPr>
            </a:pPr>
            <a:r>
              <a:t>Track every milestone on your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All-Days Study Trend Graph with peak tracking.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Subject Balance distribution (Bio/Phy/Chem).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Frictionless session logging with haptics.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Study Vault: Jump to any past session.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828800"/>
            <a:ext cx="4572000" cy="3657600"/>
          </a:xfrm>
          <a:prstGeom prst="roundRect">
            <a:avLst/>
          </a:prstGeom>
          <a:solidFill>
            <a:srgbClr val="14161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B5CF6"/>
                </a:solidFill>
                <a:latin typeface="Segoe UI"/>
              </a:defRPr>
            </a:pPr>
            <a:r>
              <a:t>[Drop Daily Log Screenshots Here]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Custom Test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8B5CF6"/>
                </a:solidFill>
                <a:latin typeface="Segoe UI"/>
              </a:defRPr>
            </a:pPr>
            <a:r>
              <a:t>Test exactly what you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Full Syllabus Mocks.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Targeted Chapter-wise &amp; Subject Mocks.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Upload PDF to Test feature.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Instantly generated by AI based on syllabus.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828800"/>
            <a:ext cx="4572000" cy="3657600"/>
          </a:xfrm>
          <a:prstGeom prst="roundRect">
            <a:avLst/>
          </a:prstGeom>
          <a:solidFill>
            <a:srgbClr val="14161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B5CF6"/>
                </a:solidFill>
                <a:latin typeface="Segoe UI"/>
              </a:defRPr>
            </a:pPr>
            <a:r>
              <a:t>[Drop Generate Test Screenshot Here]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Active Recall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8B5CF6"/>
                </a:solidFill>
                <a:latin typeface="Segoe UI"/>
              </a:defRPr>
            </a:pPr>
            <a:r>
              <a:t>Spaced repetition for max 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Subject-specific categorized flashcards.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Clean, distraction-free interface.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Tap to reveal interactive mechanism.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Seamlessly integrated with your weak topics.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828800"/>
            <a:ext cx="4572000" cy="3657600"/>
          </a:xfrm>
          <a:prstGeom prst="roundRect">
            <a:avLst/>
          </a:prstGeom>
          <a:solidFill>
            <a:srgbClr val="14161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B5CF6"/>
                </a:solidFill>
                <a:latin typeface="Segoe UI"/>
              </a:defRPr>
            </a:pPr>
            <a:r>
              <a:t>[Drop Flashcards Screenshot Here]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Syllabus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8B5CF6"/>
                </a:solidFill>
                <a:latin typeface="Segoe UI"/>
              </a:defRPr>
            </a:pPr>
            <a:r>
              <a:t>Know exactly where you 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Track progress across Botany, Zoology, Physics &amp; Chem.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Interactive accordions for chapter-level details.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Clear topic completion indicators.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Aligned with Yakeen 2.0 / NEET 2027 curriculum.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828800"/>
            <a:ext cx="4572000" cy="3657600"/>
          </a:xfrm>
          <a:prstGeom prst="roundRect">
            <a:avLst/>
          </a:prstGeom>
          <a:solidFill>
            <a:srgbClr val="14161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B5CF6"/>
                </a:solidFill>
                <a:latin typeface="Segoe UI"/>
              </a:defRPr>
            </a:pPr>
            <a:r>
              <a:t>[Drop Syllabus Tracker Screenshot Here]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Cheat Sheet Generator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8B5CF6"/>
                </a:solidFill>
                <a:latin typeface="Segoe UI"/>
              </a:defRPr>
            </a:pPr>
            <a:r>
              <a:t>Instant quick-revision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Generate subject and chapter specific sheets.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Beautiful typography and layout for readability.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Covers basic definitions, formulas, and types.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Perfect for last-minute exam prep.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828800"/>
            <a:ext cx="4572000" cy="3657600"/>
          </a:xfrm>
          <a:prstGeom prst="roundRect">
            <a:avLst/>
          </a:prstGeom>
          <a:solidFill>
            <a:srgbClr val="14161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B5CF6"/>
                </a:solidFill>
                <a:latin typeface="Segoe UI"/>
              </a:defRPr>
            </a:pPr>
            <a:r>
              <a:t>[Drop Cheat Sheet Screenshot Here]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Reflection Journal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8B5CF6"/>
                </a:solidFill>
                <a:latin typeface="Segoe UI"/>
              </a:defRPr>
            </a:pPr>
            <a:r>
              <a:t>Build a growth mindset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Track daily emotional and mental state.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Log concepts that 'finally clicked' today.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Shuffle prompts for fresh daily reflection.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Look back at your journey and insights.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828800"/>
            <a:ext cx="4572000" cy="3657600"/>
          </a:xfrm>
          <a:prstGeom prst="roundRect">
            <a:avLst/>
          </a:prstGeom>
          <a:solidFill>
            <a:srgbClr val="14161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B5CF6"/>
                </a:solidFill>
                <a:latin typeface="Segoe UI"/>
              </a:defRPr>
            </a:pPr>
            <a:r>
              <a:t>[Drop Reflection Journal Screenshot Here]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Ready to empower your prep?</a:t>
            </a:r>
          </a:p>
          <a:p>
            <a:pPr algn="ctr">
              <a:defRPr sz="3200">
                <a:solidFill>
                  <a:srgbClr val="8B5CF6"/>
                </a:solidFill>
                <a:latin typeface="Segoe UI"/>
              </a:defRPr>
            </a:pPr>
            <a:r>
              <a:t>Jules is waiting.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